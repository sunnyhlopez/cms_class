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235" autoAdjust="0"/>
  </p:normalViewPr>
  <p:slideViewPr>
    <p:cSldViewPr snapToGrid="0" showGuides="1">
      <p:cViewPr varScale="1">
        <p:scale>
          <a:sx n="79" d="100"/>
          <a:sy n="79" d="100"/>
        </p:scale>
        <p:origin x="821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44CCA1-0206-4C1D-8FBE-86A23A74177B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DFDB4D-3397-4AA1-8D41-D9AD934B9B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258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DFDB4D-3397-4AA1-8D41-D9AD934B9B1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786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DFDB4D-3397-4AA1-8D41-D9AD934B9B1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3064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3063643D-8225-4F8C-BFF8-7176355E8E39}" type="datetime1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23CED-E8B2-4C87-9FAC-E88E7AD8180A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-635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17496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810AF-B02B-40F7-B5DD-ABA697D23FD4}" type="datetime1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23CED-E8B2-4C87-9FAC-E88E7AD81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341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84F92-1261-40D3-BECE-5835445D8F52}" type="datetime1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23CED-E8B2-4C87-9FAC-E88E7AD8180A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tile tx="-133350" ty="-635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6826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FEE61-7D9C-43E3-A238-39CD016EC32B}" type="datetime1">
              <a:rPr lang="en-US" smtClean="0"/>
              <a:t>10/23/2024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23CED-E8B2-4C87-9FAC-E88E7AD81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3601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76E5C-37F1-464C-9A14-6B7507BA541B}" type="datetime1">
              <a:rPr lang="en-US" smtClean="0"/>
              <a:t>10/23/2024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23CED-E8B2-4C87-9FAC-E88E7AD81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151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766F6-3E6C-4C81-90FD-E9629BB9934D}" type="datetime1">
              <a:rPr lang="en-US" smtClean="0"/>
              <a:t>10/23/2024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23CED-E8B2-4C87-9FAC-E88E7AD81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087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C8E9D-D5A2-40EF-BC93-DFAED5D9D2E6}" type="datetime1">
              <a:rPr lang="en-US" smtClean="0"/>
              <a:t>10/23/2024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23CED-E8B2-4C87-9FAC-E88E7AD81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365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DD9D5-CBD3-4DEB-8BEC-2AE65EA3D268}" type="datetime1">
              <a:rPr lang="en-US" smtClean="0"/>
              <a:t>10/23/2024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23CED-E8B2-4C87-9FAC-E88E7AD81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034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C6E84-C897-4226-918D-928DB6D1B8A4}" type="datetime1">
              <a:rPr lang="en-US" smtClean="0"/>
              <a:t>10/23/2024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23CED-E8B2-4C87-9FAC-E88E7AD8180A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5018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87322-9529-4649-8C81-2A65251FCFA6}" type="datetime1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23CED-E8B2-4C87-9FAC-E88E7AD81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89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2D477-07A8-477B-8D07-61CCC236A38A}" type="datetime1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23CED-E8B2-4C87-9FAC-E88E7AD8180A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169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DA5BEEE-4335-4DF4-AD26-2272FBA491A1}" type="datetime1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1AF23CED-E8B2-4C87-9FAC-E88E7AD8180A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6839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hf sldNum="0"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663A5-3690-451A-A791-38751893C2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ITP219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58704A-3D89-4CB1-B536-1B269A9478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CONTENT MANAGEMENT SYSTEM | </a:t>
            </a:r>
            <a:r>
              <a:rPr lang="en-US"/>
              <a:t>WEEK 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C4FE9A-307E-4243-915C-91BE0E322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10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0238C-44FE-4731-B65A-7459D5CD6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YOUR OWN CMS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8374700-4D21-4BC7-8B27-9D0E6B4825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fontAlgn="base"/>
            <a:r>
              <a:rPr lang="en-US" sz="2800" b="1" dirty="0"/>
              <a:t>1. Pre-requisite when developing your own CMS.</a:t>
            </a:r>
          </a:p>
          <a:p>
            <a:pPr marL="585216" lvl="1" indent="-457200" algn="just" fontAlgn="base">
              <a:buAutoNum type="alphaLcPeriod"/>
            </a:pPr>
            <a:r>
              <a:rPr lang="en-US" sz="2400" b="1" dirty="0"/>
              <a:t>Make sure that you have already installed </a:t>
            </a:r>
            <a:r>
              <a:rPr lang="en-US" sz="2400" b="1" dirty="0" err="1"/>
              <a:t>xampp</a:t>
            </a:r>
            <a:r>
              <a:rPr lang="en-US" sz="2400" b="1" dirty="0"/>
              <a:t>.</a:t>
            </a:r>
          </a:p>
          <a:p>
            <a:pPr marL="585216" lvl="1" indent="-457200" algn="just" fontAlgn="base">
              <a:buAutoNum type="alphaLcPeriod"/>
            </a:pPr>
            <a:r>
              <a:rPr lang="en-US" sz="2400" b="1" dirty="0"/>
              <a:t>Use your preferred code editor (</a:t>
            </a:r>
            <a:r>
              <a:rPr lang="en-US" sz="2400" b="1" dirty="0" err="1"/>
              <a:t>e.g</a:t>
            </a:r>
            <a:r>
              <a:rPr lang="en-US" sz="2400" b="1" dirty="0"/>
              <a:t> </a:t>
            </a:r>
            <a:r>
              <a:rPr lang="en-US" sz="2400" b="1" dirty="0" err="1"/>
              <a:t>VSCode</a:t>
            </a:r>
            <a:r>
              <a:rPr lang="en-US" sz="2400" b="1" dirty="0"/>
              <a:t>, Notepad ++).</a:t>
            </a:r>
          </a:p>
          <a:p>
            <a:pPr marL="585216" lvl="1" indent="-457200" algn="just" fontAlgn="base">
              <a:buAutoNum type="alphaLcPeriod"/>
            </a:pPr>
            <a:r>
              <a:rPr lang="en-US" sz="2400" b="1" dirty="0"/>
              <a:t>Use your preferred MySQL browser. (</a:t>
            </a:r>
            <a:r>
              <a:rPr lang="en-US" sz="2400" b="1" dirty="0" err="1"/>
              <a:t>e.g</a:t>
            </a:r>
            <a:r>
              <a:rPr lang="en-US" sz="2400" b="1" dirty="0"/>
              <a:t> PhpMyAdmin, MySQL Workbench)</a:t>
            </a:r>
          </a:p>
          <a:p>
            <a:pPr marL="128016" lvl="1" indent="0" algn="just" fontAlgn="base">
              <a:buNone/>
            </a:pPr>
            <a:endParaRPr lang="en-US" sz="2400" dirty="0"/>
          </a:p>
          <a:p>
            <a:pPr algn="just"/>
            <a:endParaRPr lang="en-US" sz="2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6FD64C-7FB3-4061-9263-A1B3422B1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4128" y="6470704"/>
            <a:ext cx="9720263" cy="387296"/>
          </a:xfrm>
        </p:spPr>
        <p:txBody>
          <a:bodyPr/>
          <a:lstStyle/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6174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F63CE-4956-41ED-89DA-A17845545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FOLDER </a:t>
            </a:r>
            <a:br>
              <a:rPr lang="en-US" dirty="0"/>
            </a:br>
            <a:r>
              <a:rPr lang="en-US" dirty="0"/>
              <a:t>STRUCTURE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8D49FC-9971-4F4F-8B8A-A3139043ED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2352816" cy="4023360"/>
          </a:xfrm>
        </p:spPr>
        <p:txBody>
          <a:bodyPr/>
          <a:lstStyle/>
          <a:p>
            <a:r>
              <a:rPr lang="en-US" dirty="0"/>
              <a:t>1. Inside your </a:t>
            </a:r>
            <a:r>
              <a:rPr lang="en-US" dirty="0" err="1"/>
              <a:t>xampp</a:t>
            </a:r>
            <a:r>
              <a:rPr lang="en-US" dirty="0"/>
              <a:t> &gt; </a:t>
            </a:r>
            <a:r>
              <a:rPr lang="en-US" dirty="0" err="1"/>
              <a:t>htdocs</a:t>
            </a:r>
            <a:r>
              <a:rPr lang="en-US" dirty="0"/>
              <a:t> create a folder and call it </a:t>
            </a:r>
            <a:r>
              <a:rPr lang="en-US" dirty="0" err="1">
                <a:solidFill>
                  <a:srgbClr val="FF0000"/>
                </a:solidFill>
              </a:rPr>
              <a:t>cms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2. Inside your </a:t>
            </a:r>
            <a:r>
              <a:rPr lang="en-US" dirty="0" err="1"/>
              <a:t>cms</a:t>
            </a:r>
            <a:r>
              <a:rPr lang="en-US" dirty="0"/>
              <a:t> folder create the following folders</a:t>
            </a:r>
          </a:p>
          <a:p>
            <a:r>
              <a:rPr lang="en-US" dirty="0">
                <a:solidFill>
                  <a:srgbClr val="FF0000"/>
                </a:solidFill>
              </a:rPr>
              <a:t>actions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assets</a:t>
            </a:r>
            <a:r>
              <a:rPr lang="en-US" dirty="0"/>
              <a:t>, and </a:t>
            </a:r>
            <a:r>
              <a:rPr lang="en-US" dirty="0">
                <a:solidFill>
                  <a:srgbClr val="FF0000"/>
                </a:solidFill>
              </a:rPr>
              <a:t>models</a:t>
            </a:r>
          </a:p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3CEB466-28F4-42BD-963E-2A6176E5E26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F2AA4F-AE51-46F2-B10F-3507FC332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6409EA1-A52B-4BD9-93CA-A0E555B801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1385" y="0"/>
            <a:ext cx="84406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437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F63CE-4956-41ED-89DA-A17845545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</a:t>
            </a:r>
            <a:br>
              <a:rPr lang="en-US" dirty="0"/>
            </a:br>
            <a:r>
              <a:rPr lang="en-US" dirty="0"/>
              <a:t>STRUCTURE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8D49FC-9971-4F4F-8B8A-A3139043ED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2352816" cy="4023360"/>
          </a:xfrm>
        </p:spPr>
        <p:txBody>
          <a:bodyPr/>
          <a:lstStyle/>
          <a:p>
            <a:r>
              <a:rPr lang="en-US" dirty="0"/>
              <a:t>3. Once done with your folder structure, open your phpMyAdmin and create your database. Name it as </a:t>
            </a:r>
            <a:r>
              <a:rPr lang="en-US" dirty="0" err="1">
                <a:solidFill>
                  <a:srgbClr val="FF0000"/>
                </a:solidFill>
              </a:rPr>
              <a:t>sample_cms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3CEB466-28F4-42BD-963E-2A6176E5E26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F2AA4F-AE51-46F2-B10F-3507FC332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B8CA26-D642-4747-9502-F99D33D2CB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6317" y="0"/>
            <a:ext cx="84456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400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3A5C-3FC0-4D5A-B277-CEE443AA3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</a:t>
            </a:r>
            <a:br>
              <a:rPr lang="en-US" dirty="0"/>
            </a:br>
            <a:r>
              <a:rPr lang="en-US" dirty="0"/>
              <a:t>STRUCTURE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06C78-6725-4127-9370-8AAEA5509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2EB3373F-2EF3-416F-B87E-726A1A69FD09}"/>
              </a:ext>
            </a:extLst>
          </p:cNvPr>
          <p:cNvSpPr txBox="1">
            <a:spLocks/>
          </p:cNvSpPr>
          <p:nvPr/>
        </p:nvSpPr>
        <p:spPr>
          <a:xfrm>
            <a:off x="1024127" y="2286000"/>
            <a:ext cx="2352816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4. Create a table and name it as </a:t>
            </a:r>
            <a:r>
              <a:rPr lang="en-US" dirty="0">
                <a:solidFill>
                  <a:srgbClr val="FF0000"/>
                </a:solidFill>
              </a:rPr>
              <a:t>comments</a:t>
            </a:r>
            <a:r>
              <a:rPr lang="en-US" dirty="0"/>
              <a:t>.</a:t>
            </a:r>
            <a:r>
              <a:rPr lang="en-US" dirty="0">
                <a:solidFill>
                  <a:srgbClr val="FF0000"/>
                </a:solidFill>
              </a:rPr>
              <a:t>  </a:t>
            </a:r>
            <a:r>
              <a:rPr lang="en-US" dirty="0"/>
              <a:t>Follow it’s fields and attributes.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C962AF7-3404-4694-99D4-10F82D182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6317" y="0"/>
            <a:ext cx="84456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252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3A5C-3FC0-4D5A-B277-CEE443AA3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</a:t>
            </a:r>
            <a:br>
              <a:rPr lang="en-US" dirty="0"/>
            </a:br>
            <a:r>
              <a:rPr lang="en-US" dirty="0"/>
              <a:t>STRUCTURE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06C78-6725-4127-9370-8AAEA5509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2EB3373F-2EF3-416F-B87E-726A1A69FD09}"/>
              </a:ext>
            </a:extLst>
          </p:cNvPr>
          <p:cNvSpPr txBox="1">
            <a:spLocks/>
          </p:cNvSpPr>
          <p:nvPr/>
        </p:nvSpPr>
        <p:spPr>
          <a:xfrm>
            <a:off x="1024127" y="2286000"/>
            <a:ext cx="2352816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5. Create a table and name it as </a:t>
            </a:r>
            <a:r>
              <a:rPr lang="en-US" dirty="0">
                <a:solidFill>
                  <a:srgbClr val="FF0000"/>
                </a:solidFill>
              </a:rPr>
              <a:t>posts</a:t>
            </a:r>
            <a:r>
              <a:rPr lang="en-US" dirty="0"/>
              <a:t>.</a:t>
            </a:r>
            <a:r>
              <a:rPr lang="en-US" dirty="0">
                <a:solidFill>
                  <a:srgbClr val="FF0000"/>
                </a:solidFill>
              </a:rPr>
              <a:t>  </a:t>
            </a:r>
            <a:r>
              <a:rPr lang="en-US" dirty="0"/>
              <a:t>Follow it’s fields and attributes.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BC793F-F904-4B12-A33A-6639FEF9E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6317" y="0"/>
            <a:ext cx="84456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655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39921E-831A-471F-905B-A7DE67A69D3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3679CF-954D-452D-AF31-9FD1C6B04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F2733C8-3732-4A0A-AF1B-B34689482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dirty="0"/>
              <a:t>database </a:t>
            </a:r>
            <a:br>
              <a:rPr lang="en-US" dirty="0"/>
            </a:br>
            <a:r>
              <a:rPr lang="en-US" dirty="0"/>
              <a:t>STRUCTURE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9129EB9B-FD11-42B2-B35A-1A7CBCE12BB9}"/>
              </a:ext>
            </a:extLst>
          </p:cNvPr>
          <p:cNvSpPr txBox="1">
            <a:spLocks/>
          </p:cNvSpPr>
          <p:nvPr/>
        </p:nvSpPr>
        <p:spPr>
          <a:xfrm>
            <a:off x="1024127" y="2286000"/>
            <a:ext cx="2352816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6. Create a table and name it as </a:t>
            </a:r>
            <a:r>
              <a:rPr lang="en-US" dirty="0" err="1">
                <a:solidFill>
                  <a:srgbClr val="FF0000"/>
                </a:solidFill>
              </a:rPr>
              <a:t>post_types</a:t>
            </a:r>
            <a:r>
              <a:rPr lang="en-US" dirty="0"/>
              <a:t>.</a:t>
            </a:r>
            <a:r>
              <a:rPr lang="en-US" dirty="0">
                <a:solidFill>
                  <a:srgbClr val="FF0000"/>
                </a:solidFill>
              </a:rPr>
              <a:t>  </a:t>
            </a:r>
            <a:r>
              <a:rPr lang="en-US" dirty="0"/>
              <a:t>Follow it’s fields and attributes.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907AC78-35CF-47BD-85A8-68E7251E5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6317" y="0"/>
            <a:ext cx="84456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2330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39921E-831A-471F-905B-A7DE67A69D3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3679CF-954D-452D-AF31-9FD1C6B04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F2733C8-3732-4A0A-AF1B-B34689482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dirty="0"/>
              <a:t>database </a:t>
            </a:r>
            <a:br>
              <a:rPr lang="en-US" dirty="0"/>
            </a:br>
            <a:r>
              <a:rPr lang="en-US" dirty="0"/>
              <a:t>STRUCTURE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9129EB9B-FD11-42B2-B35A-1A7CBCE12BB9}"/>
              </a:ext>
            </a:extLst>
          </p:cNvPr>
          <p:cNvSpPr txBox="1">
            <a:spLocks/>
          </p:cNvSpPr>
          <p:nvPr/>
        </p:nvSpPr>
        <p:spPr>
          <a:xfrm>
            <a:off x="1024127" y="2286000"/>
            <a:ext cx="2352816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7. Create a table and name it as </a:t>
            </a:r>
            <a:r>
              <a:rPr lang="en-US" dirty="0" err="1">
                <a:solidFill>
                  <a:srgbClr val="FF0000"/>
                </a:solidFill>
              </a:rPr>
              <a:t>user_accounts</a:t>
            </a:r>
            <a:r>
              <a:rPr lang="en-US" dirty="0"/>
              <a:t>.</a:t>
            </a:r>
            <a:r>
              <a:rPr lang="en-US" dirty="0">
                <a:solidFill>
                  <a:srgbClr val="FF0000"/>
                </a:solidFill>
              </a:rPr>
              <a:t>  </a:t>
            </a:r>
            <a:r>
              <a:rPr lang="en-US" dirty="0"/>
              <a:t>Follow it’s fields and attributes.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39F57BE-B86E-40E1-BCF5-F6A466AED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6317" y="0"/>
            <a:ext cx="84456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9604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39921E-831A-471F-905B-A7DE67A69D3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3679CF-954D-452D-AF31-9FD1C6B04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F2733C8-3732-4A0A-AF1B-B34689482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dirty="0"/>
              <a:t>CSS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9129EB9B-FD11-42B2-B35A-1A7CBCE12BB9}"/>
              </a:ext>
            </a:extLst>
          </p:cNvPr>
          <p:cNvSpPr txBox="1">
            <a:spLocks/>
          </p:cNvSpPr>
          <p:nvPr/>
        </p:nvSpPr>
        <p:spPr>
          <a:xfrm>
            <a:off x="1024127" y="2286000"/>
            <a:ext cx="2352816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8. Inside your </a:t>
            </a:r>
            <a:r>
              <a:rPr lang="en-US" dirty="0" err="1">
                <a:solidFill>
                  <a:srgbClr val="FF0000"/>
                </a:solidFill>
              </a:rPr>
              <a:t>css</a:t>
            </a:r>
            <a:r>
              <a:rPr lang="en-US" dirty="0"/>
              <a:t> folder, create a file and name it </a:t>
            </a:r>
            <a:r>
              <a:rPr lang="en-US" dirty="0">
                <a:solidFill>
                  <a:srgbClr val="FF0000"/>
                </a:solidFill>
              </a:rPr>
              <a:t>styles.css</a:t>
            </a:r>
          </a:p>
          <a:p>
            <a:r>
              <a:rPr lang="en-US" dirty="0"/>
              <a:t>and</a:t>
            </a:r>
          </a:p>
          <a:p>
            <a:r>
              <a:rPr lang="en-US" dirty="0"/>
              <a:t>9. Copy the following code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4FDAD9-611A-4F11-94D8-57EE8A180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1385" y="0"/>
            <a:ext cx="84406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3453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39921E-831A-471F-905B-A7DE67A69D3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3679CF-954D-452D-AF31-9FD1C6B04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F2733C8-3732-4A0A-AF1B-B34689482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dirty="0"/>
              <a:t>Index file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9129EB9B-FD11-42B2-B35A-1A7CBCE12BB9}"/>
              </a:ext>
            </a:extLst>
          </p:cNvPr>
          <p:cNvSpPr txBox="1">
            <a:spLocks/>
          </p:cNvSpPr>
          <p:nvPr/>
        </p:nvSpPr>
        <p:spPr>
          <a:xfrm>
            <a:off x="1024127" y="2286000"/>
            <a:ext cx="2352816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10. Create the index file and name if as </a:t>
            </a:r>
            <a:r>
              <a:rPr lang="en-US" dirty="0" err="1">
                <a:solidFill>
                  <a:srgbClr val="FF0000"/>
                </a:solidFill>
              </a:rPr>
              <a:t>index.php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and</a:t>
            </a:r>
          </a:p>
          <a:p>
            <a:r>
              <a:rPr lang="en-US" dirty="0"/>
              <a:t>11. Copy the following code</a:t>
            </a:r>
          </a:p>
          <a:p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BDCC43E-637A-4106-A69C-D61BCADFE0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1385" y="0"/>
            <a:ext cx="84406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0017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39921E-831A-471F-905B-A7DE67A69D3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3679CF-954D-452D-AF31-9FD1C6B04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F2733C8-3732-4A0A-AF1B-B34689482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dirty="0"/>
              <a:t>Index file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9129EB9B-FD11-42B2-B35A-1A7CBCE12BB9}"/>
              </a:ext>
            </a:extLst>
          </p:cNvPr>
          <p:cNvSpPr txBox="1">
            <a:spLocks/>
          </p:cNvSpPr>
          <p:nvPr/>
        </p:nvSpPr>
        <p:spPr>
          <a:xfrm>
            <a:off x="1024127" y="2286000"/>
            <a:ext cx="2352816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Your </a:t>
            </a:r>
            <a:r>
              <a:rPr lang="en-US" dirty="0">
                <a:solidFill>
                  <a:srgbClr val="FF0000"/>
                </a:solidFill>
              </a:rPr>
              <a:t>index</a:t>
            </a:r>
            <a:r>
              <a:rPr lang="en-US" dirty="0"/>
              <a:t> page should look like this.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8118BC-2287-45B0-8492-7311B2635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6317" y="0"/>
            <a:ext cx="84456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8504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39921E-831A-471F-905B-A7DE67A69D3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3679CF-954D-452D-AF31-9FD1C6B04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F2733C8-3732-4A0A-AF1B-B34689482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dirty="0"/>
              <a:t>register </a:t>
            </a:r>
            <a:br>
              <a:rPr lang="en-US" dirty="0"/>
            </a:br>
            <a:r>
              <a:rPr lang="en-US" dirty="0"/>
              <a:t>file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9129EB9B-FD11-42B2-B35A-1A7CBCE12BB9}"/>
              </a:ext>
            </a:extLst>
          </p:cNvPr>
          <p:cNvSpPr txBox="1">
            <a:spLocks/>
          </p:cNvSpPr>
          <p:nvPr/>
        </p:nvSpPr>
        <p:spPr>
          <a:xfrm>
            <a:off x="1024127" y="2286000"/>
            <a:ext cx="2352816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12. Create another file and name it as </a:t>
            </a:r>
            <a:r>
              <a:rPr lang="en-US" dirty="0" err="1">
                <a:solidFill>
                  <a:srgbClr val="FF0000"/>
                </a:solidFill>
              </a:rPr>
              <a:t>register.php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and</a:t>
            </a:r>
          </a:p>
          <a:p>
            <a:r>
              <a:rPr lang="en-US" dirty="0"/>
              <a:t>13. Copy the following code</a:t>
            </a:r>
          </a:p>
          <a:p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0897005-BD1B-4B7E-BAD1-76C1DC2CF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1385" y="0"/>
            <a:ext cx="84406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1600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39921E-831A-471F-905B-A7DE67A69D3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3679CF-954D-452D-AF31-9FD1C6B04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F2733C8-3732-4A0A-AF1B-B34689482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dirty="0"/>
              <a:t>register </a:t>
            </a:r>
            <a:br>
              <a:rPr lang="en-US" dirty="0"/>
            </a:br>
            <a:r>
              <a:rPr lang="en-US" dirty="0"/>
              <a:t>file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9129EB9B-FD11-42B2-B35A-1A7CBCE12BB9}"/>
              </a:ext>
            </a:extLst>
          </p:cNvPr>
          <p:cNvSpPr txBox="1">
            <a:spLocks/>
          </p:cNvSpPr>
          <p:nvPr/>
        </p:nvSpPr>
        <p:spPr>
          <a:xfrm>
            <a:off x="1024127" y="2286000"/>
            <a:ext cx="2352816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Your </a:t>
            </a:r>
            <a:r>
              <a:rPr lang="en-US" dirty="0">
                <a:solidFill>
                  <a:srgbClr val="FF0000"/>
                </a:solidFill>
              </a:rPr>
              <a:t>register</a:t>
            </a:r>
            <a:r>
              <a:rPr lang="en-US" dirty="0"/>
              <a:t> page should look like this.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93DE5B7-C43C-4348-B7A2-F38FFBF5C4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6317" y="0"/>
            <a:ext cx="84456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7838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99CB38"/>
      </a:accent1>
      <a:accent2>
        <a:srgbClr val="63A537"/>
      </a:accent2>
      <a:accent3>
        <a:srgbClr val="E6D024"/>
      </a:accent3>
      <a:accent4>
        <a:srgbClr val="CC9700"/>
      </a:accent4>
      <a:accent5>
        <a:srgbClr val="4EB3CF"/>
      </a:accent5>
      <a:accent6>
        <a:srgbClr val="378DA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29F68FFC-748B-4FC3-BF39-7F84A6D5840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228</TotalTime>
  <Words>291</Words>
  <Application>Microsoft Office PowerPoint</Application>
  <PresentationFormat>Widescreen</PresentationFormat>
  <Paragraphs>39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Calibri</vt:lpstr>
      <vt:lpstr>Tw Cen MT</vt:lpstr>
      <vt:lpstr>Tw Cen MT Condensed</vt:lpstr>
      <vt:lpstr>Wingdings 3</vt:lpstr>
      <vt:lpstr>Integral</vt:lpstr>
      <vt:lpstr>ITP219</vt:lpstr>
      <vt:lpstr>BUILDING YOUR OWN CMS</vt:lpstr>
      <vt:lpstr>FOLDER  STRUCTURE</vt:lpstr>
      <vt:lpstr>database  STRUCTURE</vt:lpstr>
      <vt:lpstr>database  STRUCTURE</vt:lpstr>
      <vt:lpstr>database  STRUCTURE</vt:lpstr>
      <vt:lpstr>database  STRUCTURE</vt:lpstr>
      <vt:lpstr>database  STRUCTURE</vt:lpstr>
      <vt:lpstr>CSS</vt:lpstr>
      <vt:lpstr>Index file</vt:lpstr>
      <vt:lpstr>Index file</vt:lpstr>
      <vt:lpstr>register  file</vt:lpstr>
      <vt:lpstr>register  file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ITP219</dc:title>
  <dc:creator>Sunny Lopez</dc:creator>
  <cp:lastModifiedBy>Sunny Lopez</cp:lastModifiedBy>
  <cp:revision>114</cp:revision>
  <dcterms:created xsi:type="dcterms:W3CDTF">2024-08-11T23:47:52Z</dcterms:created>
  <dcterms:modified xsi:type="dcterms:W3CDTF">2024-10-23T01:36:52Z</dcterms:modified>
</cp:coreProperties>
</file>