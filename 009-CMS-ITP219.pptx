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26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1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35" autoAdjust="0"/>
  </p:normalViewPr>
  <p:slideViewPr>
    <p:cSldViewPr snapToGrid="0" showGuides="1">
      <p:cViewPr varScale="1">
        <p:scale>
          <a:sx n="79" d="100"/>
          <a:sy n="79" d="100"/>
        </p:scale>
        <p:origin x="821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44CCA1-0206-4C1D-8FBE-86A23A74177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FDB4D-3397-4AA1-8D41-D9AD934B9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58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FDB4D-3397-4AA1-8D41-D9AD934B9B1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86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FDB4D-3397-4AA1-8D41-D9AD934B9B1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61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063643D-8225-4F8C-BFF8-7176355E8E39}" type="datetime1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7496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810AF-B02B-40F7-B5DD-ABA697D23FD4}" type="datetime1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4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84F92-1261-40D3-BECE-5835445D8F52}" type="datetime1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682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FEE61-7D9C-43E3-A238-39CD016EC32B}" type="datetime1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360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76E5C-37F1-464C-9A14-6B7507BA541B}" type="datetime1">
              <a:rPr lang="en-US" smtClean="0"/>
              <a:t>12/2/2024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51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66F6-3E6C-4C81-90FD-E9629BB9934D}" type="datetime1">
              <a:rPr lang="en-US" smtClean="0"/>
              <a:t>12/2/2024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08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C8E9D-D5A2-40EF-BC93-DFAED5D9D2E6}" type="datetime1">
              <a:rPr lang="en-US" smtClean="0"/>
              <a:t>12/2/2024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65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D9D5-CBD3-4DEB-8BEC-2AE65EA3D268}" type="datetime1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34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C6E84-C897-4226-918D-928DB6D1B8A4}" type="datetime1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018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87322-9529-4649-8C81-2A65251FCFA6}" type="datetime1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9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D477-07A8-477B-8D07-61CCC236A38A}" type="datetime1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69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DA5BEEE-4335-4DF4-AD26-2272FBA491A1}" type="datetime1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83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sldNum="0"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663A5-3690-451A-A791-38751893C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ITP219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8704A-3D89-4CB1-B536-1B269A9478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CONTENT MANAGEMENT SYSTEM | WEEK 9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C4FE9A-307E-4243-915C-91BE0E322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238C-44FE-4731-B65A-7459D5CD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THE POSTs and comments CLASS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374700-4D21-4BC7-8B27-9D0E6B482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/>
            <a:r>
              <a:rPr lang="en-US" dirty="0"/>
              <a:t>1. Under </a:t>
            </a:r>
            <a:r>
              <a:rPr lang="en-US" dirty="0">
                <a:solidFill>
                  <a:srgbClr val="FF0000"/>
                </a:solidFill>
              </a:rPr>
              <a:t>models</a:t>
            </a:r>
            <a:r>
              <a:rPr lang="en-US" dirty="0"/>
              <a:t> create a file and name it as </a:t>
            </a:r>
            <a:r>
              <a:rPr lang="en-US" dirty="0" err="1">
                <a:solidFill>
                  <a:srgbClr val="FF0000"/>
                </a:solidFill>
              </a:rPr>
              <a:t>comments.php</a:t>
            </a:r>
            <a:r>
              <a:rPr lang="en-US" dirty="0"/>
              <a:t>.</a:t>
            </a:r>
          </a:p>
          <a:p>
            <a:pPr algn="just" fontAlgn="base"/>
            <a:r>
              <a:rPr lang="en-US" dirty="0"/>
              <a:t>2. Copy the following code on the next page.</a:t>
            </a:r>
          </a:p>
          <a:p>
            <a:pPr algn="just" fontAlgn="base"/>
            <a:r>
              <a:rPr lang="en-US" sz="2200" dirty="0"/>
              <a:t>3. Modify also the </a:t>
            </a:r>
            <a:r>
              <a:rPr lang="en-US" sz="2200" dirty="0" err="1">
                <a:solidFill>
                  <a:srgbClr val="FF0000"/>
                </a:solidFill>
              </a:rPr>
              <a:t>includes.php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add the following code.</a:t>
            </a:r>
            <a:endParaRPr lang="en-US" sz="2200" dirty="0"/>
          </a:p>
          <a:p>
            <a:pPr algn="just"/>
            <a:endParaRPr lang="en-US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FD64C-7FB3-4061-9263-A1B3422B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4128" y="6470704"/>
            <a:ext cx="9720263" cy="387296"/>
          </a:xfrm>
        </p:spPr>
        <p:txBody>
          <a:bodyPr/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617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DB9D4-9A62-4676-9BF6-C45DB14E6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443C6-C87D-41E2-8EC1-DC5705E7C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320F2DB-40AB-422A-A6E8-051306AAD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CD2B49-66B2-4A4D-A201-678C7C5D8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18" y="0"/>
            <a:ext cx="112431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101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AE778-89C7-424C-9FC7-0282A5C0B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DFBC2-558C-45CE-9559-8D9492743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00F21-0E66-446A-A6E2-E19C252FA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B4514E-F3B1-4DBE-BF26-12A20E3C7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18" y="0"/>
            <a:ext cx="112431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559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1ACEA-A298-448A-8D8C-97F2B658A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actions to posts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41A85-21AA-4762-AC2B-61DF6E827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Add on the action property of the form the following form.</a:t>
            </a:r>
          </a:p>
          <a:p>
            <a:r>
              <a:rPr lang="en-US" dirty="0"/>
              <a:t>2. Add another file on </a:t>
            </a:r>
            <a:r>
              <a:rPr lang="en-US" dirty="0">
                <a:solidFill>
                  <a:srgbClr val="FF0000"/>
                </a:solidFill>
              </a:rPr>
              <a:t>actions</a:t>
            </a:r>
            <a:r>
              <a:rPr lang="en-US" dirty="0"/>
              <a:t> folder and rename it as </a:t>
            </a:r>
            <a:r>
              <a:rPr lang="en-US" dirty="0" err="1">
                <a:solidFill>
                  <a:srgbClr val="FF0000"/>
                </a:solidFill>
              </a:rPr>
              <a:t>posts.actions.php</a:t>
            </a:r>
            <a:r>
              <a:rPr lang="en-US" dirty="0"/>
              <a:t>.</a:t>
            </a:r>
          </a:p>
          <a:p>
            <a:r>
              <a:rPr lang="en-US" dirty="0"/>
              <a:t>3. Modify also the file </a:t>
            </a:r>
            <a:r>
              <a:rPr lang="en-US" dirty="0">
                <a:solidFill>
                  <a:srgbClr val="FF0000"/>
                </a:solidFill>
              </a:rPr>
              <a:t>new-</a:t>
            </a:r>
            <a:r>
              <a:rPr lang="en-US" dirty="0" err="1">
                <a:solidFill>
                  <a:srgbClr val="FF0000"/>
                </a:solidFill>
              </a:rPr>
              <a:t>post.php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5284D-FDA7-4EFA-A052-3CC68FB7D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74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52C7-877E-4E7E-AB8D-BCD6EC1C1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B541B-F816-4715-ABA1-3DA373B2A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8C2D8D-9B79-4010-8A4E-33622E468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00B798-5442-44BA-884E-1168ABFF7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402" y="0"/>
            <a:ext cx="86911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022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CAFF3-BBE7-4A09-82F6-29D86FAC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9D916-D01D-4DF6-A3E9-D01C533D7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9D314-D47C-49C8-8DD0-4EE0EB94E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F3C0F5-70EB-4DD5-9907-628565E59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88" y="0"/>
            <a:ext cx="84978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434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DBB49-C776-4944-A8EE-E89057B93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CAFCE-6F5F-4A50-87D2-4DA376860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D73991-CDC8-426A-B799-EC59BEA2C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0FDF8B-8775-4F60-86F4-04749C7B8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402" y="0"/>
            <a:ext cx="86911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68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8E39E-10B0-4C68-8C09-F873C069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test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48D7D-6865-43E9-994D-847A60221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71872" cy="4023360"/>
          </a:xfrm>
        </p:spPr>
        <p:txBody>
          <a:bodyPr/>
          <a:lstStyle/>
          <a:p>
            <a:r>
              <a:rPr lang="en-US" dirty="0"/>
              <a:t>1. To test if you can </a:t>
            </a:r>
          </a:p>
          <a:p>
            <a:r>
              <a:rPr lang="en-US" dirty="0"/>
              <a:t>already post add the </a:t>
            </a:r>
          </a:p>
          <a:p>
            <a:r>
              <a:rPr lang="en-US" dirty="0"/>
              <a:t>following in the </a:t>
            </a:r>
          </a:p>
          <a:p>
            <a:r>
              <a:rPr lang="en-US" dirty="0">
                <a:solidFill>
                  <a:srgbClr val="FF0000"/>
                </a:solidFill>
              </a:rPr>
              <a:t>new post field</a:t>
            </a:r>
            <a:r>
              <a:rPr lang="en-US" dirty="0"/>
              <a:t>.</a:t>
            </a:r>
          </a:p>
          <a:p>
            <a:r>
              <a:rPr lang="en-US" dirty="0"/>
              <a:t>2. Check your </a:t>
            </a:r>
          </a:p>
          <a:p>
            <a:r>
              <a:rPr lang="en-US" dirty="0"/>
              <a:t>Database and should</a:t>
            </a:r>
          </a:p>
          <a:p>
            <a:r>
              <a:rPr lang="en-US" dirty="0"/>
              <a:t>contain the same</a:t>
            </a:r>
          </a:p>
          <a:p>
            <a:r>
              <a:rPr lang="en-US" dirty="0"/>
              <a:t>values.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5A14E4-5A60-4372-BAB7-EF270F037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A24D52-F153-4ED1-8702-B14709DC0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88" y="0"/>
            <a:ext cx="84978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54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0F5B9-38EA-4F9C-996A-EFEE4769B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A76C8-440F-46B7-9060-285E44510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022A3-9167-4F21-86BC-B1E474CF2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0DD251-C240-4958-8B53-ADF718749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94" y="0"/>
            <a:ext cx="84978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26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14A46-F237-4259-BB1A-9D4317FB4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on the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9DAC0-719B-4CA5-A9E1-68F22956B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Modify the </a:t>
            </a:r>
            <a:r>
              <a:rPr lang="en-US" dirty="0" err="1">
                <a:solidFill>
                  <a:srgbClr val="FF0000"/>
                </a:solidFill>
              </a:rPr>
              <a:t>dashboard.php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add the following code to display what was entered on the new-post form.</a:t>
            </a:r>
          </a:p>
          <a:p>
            <a:r>
              <a:rPr lang="en-US" dirty="0"/>
              <a:t>2. Modify also </a:t>
            </a:r>
            <a:r>
              <a:rPr lang="en-US" dirty="0">
                <a:solidFill>
                  <a:srgbClr val="FF0000"/>
                </a:solidFill>
              </a:rPr>
              <a:t>models</a:t>
            </a:r>
            <a:r>
              <a:rPr lang="en-US" dirty="0"/>
              <a:t>/</a:t>
            </a:r>
            <a:r>
              <a:rPr lang="en-US" dirty="0" err="1">
                <a:solidFill>
                  <a:srgbClr val="FF0000"/>
                </a:solidFill>
              </a:rPr>
              <a:t>posts.php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8B573B-BA11-4185-A9DA-B112DE7A1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022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29F9D-084B-4520-9249-A2B9FA39C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EBB24-68DC-4ACB-9402-DDAE95F40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9CBFC-7507-4280-8A0E-BE676B02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A06F21-5433-4610-AF66-8C5CA4F6F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402" y="0"/>
            <a:ext cx="86911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359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D1785-733C-469A-92E8-E3C2FFE1C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F5016-3604-452E-9C56-DA1858E86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40065-1294-4DA9-B043-F1459C9FD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4F4610-73D5-46F8-994C-D0E3C3967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402" y="0"/>
            <a:ext cx="86911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126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F16A3-8CFF-4187-828B-65A144DC1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Check</a:t>
            </a:r>
          </a:p>
          <a:p>
            <a:r>
              <a:rPr lang="en-US" dirty="0"/>
              <a:t> if the </a:t>
            </a:r>
          </a:p>
          <a:p>
            <a:r>
              <a:rPr lang="en-US" dirty="0">
                <a:solidFill>
                  <a:srgbClr val="FF0000"/>
                </a:solidFill>
              </a:rPr>
              <a:t>posts</a:t>
            </a:r>
            <a:r>
              <a:rPr lang="en-US" dirty="0"/>
              <a:t> </a:t>
            </a:r>
          </a:p>
          <a:p>
            <a:r>
              <a:rPr lang="en-US" dirty="0"/>
              <a:t>entered </a:t>
            </a:r>
          </a:p>
          <a:p>
            <a:r>
              <a:rPr lang="en-US" dirty="0"/>
              <a:t>Is</a:t>
            </a:r>
          </a:p>
          <a:p>
            <a:r>
              <a:rPr lang="en-US" dirty="0"/>
              <a:t>deleted.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4B12D4-180E-465B-993C-7BA2C290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42D580-6B3A-45D1-878E-1EE5699CC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482" y="0"/>
            <a:ext cx="1002951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705640-28B9-470D-8FE9-DA67370DB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post</a:t>
            </a:r>
          </a:p>
        </p:txBody>
      </p:sp>
    </p:spTree>
    <p:extLst>
      <p:ext uri="{BB962C8B-B14F-4D97-AF65-F5344CB8AC3E}">
        <p14:creationId xmlns:p14="http://schemas.microsoft.com/office/powerpoint/2010/main" val="84477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305C0-64A7-4291-95AC-98000E49D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post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83721-59BC-4CEE-9AF5-0A95608C1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Open </a:t>
            </a:r>
            <a:r>
              <a:rPr lang="en-US" dirty="0">
                <a:solidFill>
                  <a:srgbClr val="FF0000"/>
                </a:solidFill>
              </a:rPr>
              <a:t>actions</a:t>
            </a:r>
            <a:r>
              <a:rPr lang="en-US" dirty="0"/>
              <a:t>/</a:t>
            </a:r>
            <a:r>
              <a:rPr lang="en-US" dirty="0" err="1">
                <a:solidFill>
                  <a:srgbClr val="FF0000"/>
                </a:solidFill>
              </a:rPr>
              <a:t>posts.actions.php</a:t>
            </a:r>
            <a:r>
              <a:rPr lang="en-US" dirty="0"/>
              <a:t> and edit the code.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4FF12F-E386-43DE-A1BC-8BD4C78B0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31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52785-3BDA-4DFE-AC3F-581832F49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15D1E-F71B-40C9-B533-62347E690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FA51C-F9E0-4D30-951B-88C26E67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5052C7-5E44-487C-A337-ED1902746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402" y="0"/>
            <a:ext cx="86911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006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E7BCB-9DED-4DB8-B242-A04D8C01D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post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98AF7-43B3-4257-89DF-D0DAA934F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Edit </a:t>
            </a:r>
            <a:r>
              <a:rPr lang="en-US" dirty="0">
                <a:solidFill>
                  <a:srgbClr val="FF0000"/>
                </a:solidFill>
              </a:rPr>
              <a:t>new-</a:t>
            </a:r>
            <a:r>
              <a:rPr lang="en-US" dirty="0" err="1">
                <a:solidFill>
                  <a:srgbClr val="FF0000"/>
                </a:solidFill>
              </a:rPr>
              <a:t>post.php</a:t>
            </a:r>
            <a:r>
              <a:rPr lang="en-US" dirty="0"/>
              <a:t>, to display a single post for editing.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BBB8CE-2C52-48D2-BA79-B90A9D7AD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41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7CFBF-B2EF-454B-839D-17D2551E9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618CC-925A-41E7-BAAE-C4B31D378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DC1732-B68A-4B4E-BF8D-D11A5F19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6C0628-3721-46E5-8378-30E84572F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41" y="0"/>
            <a:ext cx="100295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84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867E6-4036-4E71-B702-2C779730E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7C9F8-6DBB-4B8C-85BC-293BF0BBF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CF8840-2CAF-43FB-A0E0-6E69EFD78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3D633A-3262-4991-97C3-F849DF93D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402" y="0"/>
            <a:ext cx="86911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822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F32A-FD05-410F-ACD9-C7332CF98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post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77AC5-A57B-4247-939F-06DBDACFA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Make some changes on the post and submit. If changes has reflected update is successful otherwise check again.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4F8B73-D6C2-4E90-B1F1-8F8322940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1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64130-EEEC-4E85-BDEF-FC1804EF9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the post entry on the </a:t>
            </a:r>
            <a:r>
              <a:rPr lang="en-US" dirty="0" err="1"/>
              <a:t>index.php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C9A31-9F77-4CA1-912E-6480492F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Modify the </a:t>
            </a:r>
            <a:r>
              <a:rPr lang="en-US" dirty="0" err="1"/>
              <a:t>methos</a:t>
            </a:r>
            <a:r>
              <a:rPr lang="en-US" dirty="0"/>
              <a:t> </a:t>
            </a:r>
            <a:r>
              <a:rPr lang="en-US" dirty="0" err="1"/>
              <a:t>myPosts</a:t>
            </a:r>
            <a:r>
              <a:rPr lang="en-US" dirty="0"/>
              <a:t> in </a:t>
            </a:r>
            <a:r>
              <a:rPr lang="en-US" dirty="0">
                <a:solidFill>
                  <a:srgbClr val="FF0000"/>
                </a:solidFill>
              </a:rPr>
              <a:t>models</a:t>
            </a:r>
            <a:r>
              <a:rPr lang="en-US" dirty="0"/>
              <a:t>/</a:t>
            </a:r>
            <a:r>
              <a:rPr lang="en-US" dirty="0" err="1">
                <a:solidFill>
                  <a:srgbClr val="FF0000"/>
                </a:solidFill>
              </a:rPr>
              <a:t>posts.php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2. Modify also </a:t>
            </a:r>
            <a:r>
              <a:rPr lang="en-US" dirty="0" err="1">
                <a:solidFill>
                  <a:srgbClr val="FF0000"/>
                </a:solidFill>
              </a:rPr>
              <a:t>index.php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7411A-21ED-4FE1-A734-88B1360FF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03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33C66-D6AC-4BA0-AC5A-62D945B6E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A834B-17A1-4196-8E0F-84B6D5FA8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200C6-11C2-4ABA-B474-1CFDC586C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5599AC-8A64-4801-8BF5-BF3F9C9D4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402" y="0"/>
            <a:ext cx="86911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1524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A16C6-71EF-48B9-8A3F-0C5D9854B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580E3-CD7A-465D-9474-CFBC70164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71BF29-3874-408D-BCEC-3A0D6B54E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630E6-19F0-4509-9917-6D0D4C514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402" y="0"/>
            <a:ext cx="86911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114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911D-837F-4B52-8DE0-BC17E3D0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</a:t>
            </a:r>
            <a:r>
              <a:rPr lang="en-US" dirty="0" err="1"/>
              <a:t>powerpoint</a:t>
            </a:r>
            <a:r>
              <a:rPr lang="en-US" dirty="0"/>
              <a:t> in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CE414-A601-48D3-9582-EF9E05856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https://github.com/sunnyhlopez/cms_class/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06477B-D2FA-4F0C-949A-DA075D33A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367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449</TotalTime>
  <Words>285</Words>
  <Application>Microsoft Office PowerPoint</Application>
  <PresentationFormat>Widescreen</PresentationFormat>
  <Paragraphs>43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Calibri</vt:lpstr>
      <vt:lpstr>Tw Cen MT</vt:lpstr>
      <vt:lpstr>Tw Cen MT Condensed</vt:lpstr>
      <vt:lpstr>Wingdings 3</vt:lpstr>
      <vt:lpstr>Integral</vt:lpstr>
      <vt:lpstr>ITP219</vt:lpstr>
      <vt:lpstr>ADDING THE POSTs and comments CLASS</vt:lpstr>
      <vt:lpstr>PowerPoint Presentation</vt:lpstr>
      <vt:lpstr>PowerPoint Presentation</vt:lpstr>
      <vt:lpstr>Adding actions to posts</vt:lpstr>
      <vt:lpstr>PowerPoint Presentation</vt:lpstr>
      <vt:lpstr>Output</vt:lpstr>
      <vt:lpstr>PowerPoint Presentation</vt:lpstr>
      <vt:lpstr>To test </vt:lpstr>
      <vt:lpstr>PowerPoint Presentation</vt:lpstr>
      <vt:lpstr>Display on the dashboard</vt:lpstr>
      <vt:lpstr>PowerPoint Presentation</vt:lpstr>
      <vt:lpstr>PowerPoint Presentation</vt:lpstr>
      <vt:lpstr>Delete post</vt:lpstr>
      <vt:lpstr>Delete post</vt:lpstr>
      <vt:lpstr>PowerPoint Presentation</vt:lpstr>
      <vt:lpstr>Edit post</vt:lpstr>
      <vt:lpstr>PowerPoint Presentation</vt:lpstr>
      <vt:lpstr>PowerPoint Presentation</vt:lpstr>
      <vt:lpstr>Edit post</vt:lpstr>
      <vt:lpstr>Display the post entry on the index.php</vt:lpstr>
      <vt:lpstr>PowerPoint Presentation</vt:lpstr>
      <vt:lpstr>PowerPoint Presentation</vt:lpstr>
      <vt:lpstr>Download powerpoint in github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ITP219</dc:title>
  <dc:creator>Sunny Lopez</dc:creator>
  <cp:lastModifiedBy>Sunny Lopez</cp:lastModifiedBy>
  <cp:revision>204</cp:revision>
  <dcterms:created xsi:type="dcterms:W3CDTF">2024-08-11T23:47:52Z</dcterms:created>
  <dcterms:modified xsi:type="dcterms:W3CDTF">2024-12-02T01:51:14Z</dcterms:modified>
</cp:coreProperties>
</file>