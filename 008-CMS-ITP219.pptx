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35" autoAdjust="0"/>
  </p:normalViewPr>
  <p:slideViewPr>
    <p:cSldViewPr snapToGrid="0" showGuide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4CCA1-0206-4C1D-8FBE-86A23A74177B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FDB4D-3397-4AA1-8D41-D9AD934B9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5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FDB4D-3397-4AA1-8D41-D9AD934B9B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8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063643D-8225-4F8C-BFF8-7176355E8E39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749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810AF-B02B-40F7-B5DD-ABA697D23FD4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4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84F92-1261-40D3-BECE-5835445D8F52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682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FEE61-7D9C-43E3-A238-39CD016EC32B}" type="datetime1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60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6E5C-37F1-464C-9A14-6B7507BA541B}" type="datetime1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5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66F6-3E6C-4C81-90FD-E9629BB9934D}" type="datetime1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8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8E9D-D5A2-40EF-BC93-DFAED5D9D2E6}" type="datetime1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DD9D5-CBD3-4DEB-8BEC-2AE65EA3D268}" type="datetime1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3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C6E84-C897-4226-918D-928DB6D1B8A4}" type="datetime1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018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7322-9529-4649-8C81-2A65251FCFA6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2D477-07A8-477B-8D07-61CCC236A38A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6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DA5BEEE-4335-4DF4-AD26-2272FBA491A1}" type="datetime1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AF23CED-E8B2-4C87-9FAC-E88E7AD8180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8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663A5-3690-451A-A791-38751893C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ITP219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8704A-3D89-4CB1-B536-1B269A947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CONTENT MANAGEMENT SYSTEM | WEEK 8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4FE9A-307E-4243-915C-91BE0E32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238C-44FE-4731-B65A-7459D5CD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Posts form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374700-4D21-4BC7-8B27-9D0E6B48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sz="2800" b="1" dirty="0"/>
              <a:t>1. Under models folder create a file rename it as </a:t>
            </a:r>
            <a:r>
              <a:rPr lang="en-US" sz="2800" b="1" dirty="0" err="1">
                <a:solidFill>
                  <a:srgbClr val="FF0000"/>
                </a:solidFill>
              </a:rPr>
              <a:t>posts.php</a:t>
            </a:r>
            <a:r>
              <a:rPr lang="en-US" sz="2800" b="1" dirty="0"/>
              <a:t>. This will be used to communicate with our </a:t>
            </a:r>
            <a:r>
              <a:rPr lang="en-US" sz="2800" b="1" dirty="0">
                <a:solidFill>
                  <a:srgbClr val="FF0000"/>
                </a:solidFill>
              </a:rPr>
              <a:t>posts</a:t>
            </a:r>
            <a:r>
              <a:rPr lang="en-US" sz="2800" b="1" dirty="0"/>
              <a:t> table on our database.  Copy the following code on the next slide.</a:t>
            </a:r>
            <a:endParaRPr lang="en-US" sz="2400" dirty="0"/>
          </a:p>
          <a:p>
            <a:pPr algn="just"/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FD64C-7FB3-4061-9263-A1B3422B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28" y="6470704"/>
            <a:ext cx="9720263" cy="387296"/>
          </a:xfrm>
        </p:spPr>
        <p:txBody>
          <a:bodyPr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61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C842-85A8-4B24-A9E4-30DD681F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D1856-9D25-4CCC-8D1F-D149E8EAB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C978B-993D-40AA-B6A7-DEAA2AC7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D668B8-6176-4CF4-95D0-74C412322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2" y="0"/>
            <a:ext cx="8440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8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88C1-A8D5-4DF1-84CB-306F8FB1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35803-C288-40BF-ADE5-E1A2BE379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CDBBD-5D15-4035-B317-9B7B8FAE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04904-C44E-4234-BACF-7EC5C7C39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2" y="0"/>
            <a:ext cx="8440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2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64E0-D4C4-4C75-A78E-E55FCF87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A1B44-FEA0-4406-8304-288A1FDC2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C79BF-42D0-42D3-8255-E3B36B258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A7A25-599F-4E6A-A7B3-2B93EE885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2" y="0"/>
            <a:ext cx="8440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980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97A8-26B2-48F2-8F12-B043514B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84CF8-A369-4440-8B58-F52BD5676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EA15A-B6F0-437F-9148-033CD46E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494949-DCF7-4D01-96B6-602923277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03" y="0"/>
            <a:ext cx="10293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21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DB59-EB38-497F-8484-A1D68681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Posts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BEC4D-3B0B-44AF-B680-BE20F04FA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 Modify </a:t>
            </a:r>
            <a:r>
              <a:rPr lang="en-US" dirty="0" err="1">
                <a:solidFill>
                  <a:srgbClr val="FF0000"/>
                </a:solidFill>
              </a:rPr>
              <a:t>dashboard.php</a:t>
            </a:r>
            <a:r>
              <a:rPr lang="en-US" dirty="0"/>
              <a:t> and add the following code.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AA429-5B95-47A9-BFDA-1D02209A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6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0F7F-B589-4DB3-BD44-D9BB0288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CE0A6-4595-4584-ACFB-F1D3F544F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E941B-02E4-4729-A8AF-D708D669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480818-1DA0-44BC-BAB6-B8273243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57" y="0"/>
            <a:ext cx="9733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61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624F-D573-4C48-9553-4F85C26CD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Posts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3C678-575B-46E4-9145-569D83F85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 Create a file and name it as </a:t>
            </a:r>
            <a:r>
              <a:rPr lang="en-US" dirty="0">
                <a:solidFill>
                  <a:srgbClr val="FF0000"/>
                </a:solidFill>
              </a:rPr>
              <a:t>new-</a:t>
            </a:r>
            <a:r>
              <a:rPr lang="en-US" dirty="0" err="1">
                <a:solidFill>
                  <a:srgbClr val="FF0000"/>
                </a:solidFill>
              </a:rPr>
              <a:t>post.php</a:t>
            </a:r>
            <a:r>
              <a:rPr lang="en-US" dirty="0"/>
              <a:t>. Copy the following code on the next slide.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A8FE6-9E88-48C1-A864-3243FCE7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72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EF2A-7D4D-41D5-AF5A-53D0CF56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EF18-EE74-4705-9911-49F1C871C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B612C-74E5-427E-BF62-7F6CCC4F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06573-5212-4391-9C8D-CC54029C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57" y="0"/>
            <a:ext cx="9733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941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3115-B354-4BA4-B698-8A357C5D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Posts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BDC2D-94B3-4252-8397-3D2E35B71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 Once done it should look like what is on the next slide.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92607-7CBD-4974-A1D2-9ADDD329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2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89C7-810E-445D-97D1-0DE2A0430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55BE7-F815-4208-8694-F4016E008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137CF-ED4C-42FE-9EC5-CBC36C18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5EEC5F-9641-4E97-A548-9881F8E4E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094" y="0"/>
            <a:ext cx="8497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71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946A-8BC7-4D81-B617-6A24DF74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complete presentation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FFBD0-3EEA-4334-A9F1-51587AB31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https://github.com/sunnyhlopez/cms_class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78F8B-AD1D-4F1E-91CC-22486FF8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636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420</TotalTime>
  <Words>122</Words>
  <Application>Microsoft Office PowerPoint</Application>
  <PresentationFormat>Widescreen</PresentationFormat>
  <Paragraphs>13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Tw Cen MT</vt:lpstr>
      <vt:lpstr>Tw Cen MT Condensed</vt:lpstr>
      <vt:lpstr>Wingdings 3</vt:lpstr>
      <vt:lpstr>Integral</vt:lpstr>
      <vt:lpstr>ITP219</vt:lpstr>
      <vt:lpstr>Creating Posts form</vt:lpstr>
      <vt:lpstr>PowerPoint Presentation</vt:lpstr>
      <vt:lpstr>PowerPoint Presentation</vt:lpstr>
      <vt:lpstr>PowerPoint Presentation</vt:lpstr>
      <vt:lpstr>PowerPoint Presentation</vt:lpstr>
      <vt:lpstr>Creating Posts form</vt:lpstr>
      <vt:lpstr>PowerPoint Presentation</vt:lpstr>
      <vt:lpstr>Creating Posts form</vt:lpstr>
      <vt:lpstr>PowerPoint Presentation</vt:lpstr>
      <vt:lpstr>Creating Posts form</vt:lpstr>
      <vt:lpstr>PowerPoint Presentation</vt:lpstr>
      <vt:lpstr>Download complete presentation here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ITP219</dc:title>
  <dc:creator>Sunny Lopez</dc:creator>
  <cp:lastModifiedBy>Sunny Lopez</cp:lastModifiedBy>
  <cp:revision>174</cp:revision>
  <dcterms:created xsi:type="dcterms:W3CDTF">2024-08-11T23:47:52Z</dcterms:created>
  <dcterms:modified xsi:type="dcterms:W3CDTF">2024-11-13T02:03:10Z</dcterms:modified>
</cp:coreProperties>
</file>