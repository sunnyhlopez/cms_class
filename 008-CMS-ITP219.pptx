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235" autoAdjust="0"/>
  </p:normalViewPr>
  <p:slideViewPr>
    <p:cSldViewPr snapToGrid="0" showGuides="1">
      <p:cViewPr varScale="1">
        <p:scale>
          <a:sx n="84" d="100"/>
          <a:sy n="84" d="100"/>
        </p:scale>
        <p:origin x="1146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44CCA1-0206-4C1D-8FBE-86A23A74177B}" type="datetimeFigureOut">
              <a:rPr lang="en-US" smtClean="0"/>
              <a:t>11/12/2024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DFDB4D-3397-4AA1-8D41-D9AD934B9B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258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DFDB4D-3397-4AA1-8D41-D9AD934B9B1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7863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3063643D-8225-4F8C-BFF8-7176355E8E39}" type="datetime1">
              <a:rPr lang="en-US" smtClean="0"/>
              <a:t>11/12/2024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dpi="0" rotWithShape="1">
            <a:blip r:embed="rId2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-635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7496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10AF-B02B-40F7-B5DD-ABA697D23FD4}" type="datetime1">
              <a:rPr lang="en-US" smtClean="0"/>
              <a:t>11/12/2024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341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84F92-1261-40D3-BECE-5835445D8F52}" type="datetime1">
              <a:rPr lang="en-US" smtClean="0"/>
              <a:t>11/12/2024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dpi="0" rotWithShape="1">
            <a:blip r:embed="rId2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rcRect/>
            <a:tile tx="-133350" ty="-6350" sx="50000" sy="5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6826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FEE61-7D9C-43E3-A238-39CD016EC32B}" type="datetime1">
              <a:rPr lang="en-US" smtClean="0"/>
              <a:t>11/12/2024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360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76E5C-37F1-464C-9A14-6B7507BA541B}" type="datetime1">
              <a:rPr lang="en-US" smtClean="0"/>
              <a:t>11/12/2024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151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766F6-3E6C-4C81-90FD-E9629BB9934D}" type="datetime1">
              <a:rPr lang="en-US" smtClean="0"/>
              <a:t>11/12/2024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87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C8E9D-D5A2-40EF-BC93-DFAED5D9D2E6}" type="datetime1">
              <a:rPr lang="en-US" smtClean="0"/>
              <a:t>11/12/2024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65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DD9D5-CBD3-4DEB-8BEC-2AE65EA3D268}" type="datetime1">
              <a:rPr lang="en-US" smtClean="0"/>
              <a:t>11/12/2024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3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BC6E84-C897-4226-918D-928DB6D1B8A4}" type="datetime1">
              <a:rPr lang="en-US" smtClean="0"/>
              <a:t>11/12/2024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018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87322-9529-4649-8C81-2A65251FCFA6}" type="datetime1">
              <a:rPr lang="en-US" smtClean="0"/>
              <a:t>11/12/2024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89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2D477-07A8-477B-8D07-61CCC236A38A}" type="datetime1">
              <a:rPr lang="en-US" smtClean="0"/>
              <a:t>11/12/2024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69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DA5BEEE-4335-4DF4-AD26-2272FBA491A1}" type="datetime1">
              <a:rPr lang="en-US" smtClean="0"/>
              <a:t>11/12/2024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1AF23CED-E8B2-4C87-9FAC-E88E7AD8180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6839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hf sldNum="0"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663A5-3690-451A-A791-38751893C2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ITP219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58704A-3D89-4CB1-B536-1B269A947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CONTENT MANAGEMENT SYSTEM | WEEK 8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C4FE9A-307E-4243-915C-91BE0E322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07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0238C-44FE-4731-B65A-7459D5CD6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Posts form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8374700-4D21-4BC7-8B27-9D0E6B482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 fontAlgn="base"/>
            <a:r>
              <a:rPr lang="en-US" sz="2800" b="1" dirty="0"/>
              <a:t>1. Under models folder create a file rename it as </a:t>
            </a:r>
            <a:r>
              <a:rPr lang="en-US" sz="2800" b="1" dirty="0" err="1">
                <a:solidFill>
                  <a:srgbClr val="FF0000"/>
                </a:solidFill>
              </a:rPr>
              <a:t>posts.php</a:t>
            </a:r>
            <a:r>
              <a:rPr lang="en-US" sz="2800" b="1" dirty="0"/>
              <a:t>. This will be used to communicate with our </a:t>
            </a:r>
            <a:r>
              <a:rPr lang="en-US" sz="2800" b="1" dirty="0">
                <a:solidFill>
                  <a:srgbClr val="FF0000"/>
                </a:solidFill>
              </a:rPr>
              <a:t>posts</a:t>
            </a:r>
            <a:r>
              <a:rPr lang="en-US" sz="2800" b="1" dirty="0"/>
              <a:t> table on our database.  Copy the following code on the next slide.</a:t>
            </a:r>
            <a:endParaRPr lang="en-US" sz="2400" dirty="0"/>
          </a:p>
          <a:p>
            <a:pPr algn="just"/>
            <a:endParaRPr lang="en-US" sz="28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6FD64C-7FB3-4061-9263-A1B3422B1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4128" y="6470704"/>
            <a:ext cx="9720263" cy="387296"/>
          </a:xfrm>
        </p:spPr>
        <p:txBody>
          <a:bodyPr/>
          <a:lstStyle/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617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0C842-85A8-4B24-A9E4-30DD681F8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D1856-9D25-4CCC-8D1F-D149E8EA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FC978B-993D-40AA-B6A7-DEAA2AC77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D668B8-6176-4CF4-95D0-74C412322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692" y="0"/>
            <a:ext cx="84406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08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288C1-A8D5-4DF1-84CB-306F8FB1C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35803-C288-40BF-ADE5-E1A2BE379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5CDBBD-5D15-4035-B317-9B7B8FAE2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F04904-C44E-4234-BACF-7EC5C7C39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692" y="0"/>
            <a:ext cx="84406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7206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D64E0-D4C4-4C75-A78E-E55FCF872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A1B44-FEA0-4406-8304-288A1FDC2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EC79BF-42D0-42D3-8255-E3B36B258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3A7A25-599F-4E6A-A7B3-2B93EE885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692" y="0"/>
            <a:ext cx="84406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980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997A8-26B2-48F2-8F12-B043514B4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84CF8-A369-4440-8B58-F52BD56767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EA15A-B6F0-437F-9148-033CD46E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494949-DCF7-4D01-96B6-602923277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203" y="0"/>
            <a:ext cx="102935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621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2DB59-EB38-497F-8484-A1D68681F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Posts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BEC4D-3B0B-44AF-B680-BE20F04FA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2. Modify </a:t>
            </a:r>
            <a:r>
              <a:rPr lang="en-US" dirty="0" err="1">
                <a:solidFill>
                  <a:srgbClr val="FF0000"/>
                </a:solidFill>
              </a:rPr>
              <a:t>dashboard.php</a:t>
            </a:r>
            <a:r>
              <a:rPr lang="en-US" dirty="0"/>
              <a:t> and add the following code.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9AA429-5B95-47A9-BFDA-1D02209A2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468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60F7F-B589-4DB3-BD44-D9BB0288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CE0A6-4595-4584-ACFB-F1D3F544F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EE941B-02E4-4729-A8AF-D708D669F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480818-1DA0-44BC-BAB6-B827324337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457" y="0"/>
            <a:ext cx="97330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261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7624F-D573-4C48-9553-4F85C26CD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Posts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3C678-575B-46E4-9145-569D83F859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3. Create a file and name it as </a:t>
            </a:r>
            <a:r>
              <a:rPr lang="en-US" dirty="0">
                <a:solidFill>
                  <a:srgbClr val="FF0000"/>
                </a:solidFill>
              </a:rPr>
              <a:t>new-</a:t>
            </a:r>
            <a:r>
              <a:rPr lang="en-US" dirty="0" err="1">
                <a:solidFill>
                  <a:srgbClr val="FF0000"/>
                </a:solidFill>
              </a:rPr>
              <a:t>post.php</a:t>
            </a:r>
            <a:r>
              <a:rPr lang="en-US" dirty="0"/>
              <a:t>. Copy the following code on the next slide.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DA8FE6-9E88-48C1-A864-3243FCE7D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072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7EF2A-7D4D-41D5-AF5A-53D0CF568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7EF18-EE74-4705-9911-49F1C871C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CB612C-74E5-427E-BF62-7F6CCC4FF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F06573-5212-4391-9C8D-CC54029C9B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457" y="0"/>
            <a:ext cx="97330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941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73115-B354-4BA4-B698-8A357C5DC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Posts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BDC2D-94B3-4252-8397-3D2E35B71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4. Once done it should look like what is on the next slide.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492607-7CBD-4974-A1D2-9ADDD3299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229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589C7-810E-445D-97D1-0DE2A0430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55BE7-F815-4208-8694-F4016E008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3137CF-ED4C-42FE-9EC5-CBC36C18F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5EEC5F-9641-4E97-A548-9881F8E4E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094" y="0"/>
            <a:ext cx="84978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1714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29F68FFC-748B-4FC3-BF39-7F84A6D5840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401</TotalTime>
  <Words>107</Words>
  <Application>Microsoft Office PowerPoint</Application>
  <PresentationFormat>Widescreen</PresentationFormat>
  <Paragraphs>11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Calibri</vt:lpstr>
      <vt:lpstr>Tw Cen MT</vt:lpstr>
      <vt:lpstr>Tw Cen MT Condensed</vt:lpstr>
      <vt:lpstr>Wingdings 3</vt:lpstr>
      <vt:lpstr>Integral</vt:lpstr>
      <vt:lpstr>ITP219</vt:lpstr>
      <vt:lpstr>Creating Posts form</vt:lpstr>
      <vt:lpstr>PowerPoint Presentation</vt:lpstr>
      <vt:lpstr>PowerPoint Presentation</vt:lpstr>
      <vt:lpstr>PowerPoint Presentation</vt:lpstr>
      <vt:lpstr>PowerPoint Presentation</vt:lpstr>
      <vt:lpstr>Creating Posts form</vt:lpstr>
      <vt:lpstr>PowerPoint Presentation</vt:lpstr>
      <vt:lpstr>Creating Posts form</vt:lpstr>
      <vt:lpstr>PowerPoint Presentation</vt:lpstr>
      <vt:lpstr>Creating Posts form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ITP219</dc:title>
  <dc:creator>Sunny Lopez</dc:creator>
  <cp:lastModifiedBy>Sunny Lopez</cp:lastModifiedBy>
  <cp:revision>173</cp:revision>
  <dcterms:created xsi:type="dcterms:W3CDTF">2024-08-11T23:47:52Z</dcterms:created>
  <dcterms:modified xsi:type="dcterms:W3CDTF">2024-11-12T13:00:01Z</dcterms:modified>
</cp:coreProperties>
</file>