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5"/>
  </p:notes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91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2" r:id="rId27"/>
    <p:sldId id="293" r:id="rId28"/>
    <p:sldId id="298" r:id="rId29"/>
    <p:sldId id="299" r:id="rId30"/>
    <p:sldId id="300" r:id="rId31"/>
    <p:sldId id="301" r:id="rId32"/>
    <p:sldId id="295" r:id="rId33"/>
    <p:sldId id="296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35" autoAdjust="0"/>
  </p:normalViewPr>
  <p:slideViewPr>
    <p:cSldViewPr snapToGrid="0" showGuides="1">
      <p:cViewPr varScale="1">
        <p:scale>
          <a:sx n="84" d="100"/>
          <a:sy n="84" d="100"/>
        </p:scale>
        <p:origin x="114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44CCA1-0206-4C1D-8FBE-86A23A74177B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FDB4D-3397-4AA1-8D41-D9AD934B9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58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FDB4D-3397-4AA1-8D41-D9AD934B9B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86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FDB4D-3397-4AA1-8D41-D9AD934B9B1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51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063643D-8225-4F8C-BFF8-7176355E8E39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49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10AF-B02B-40F7-B5DD-ABA697D23FD4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4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84F92-1261-40D3-BECE-5835445D8F52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682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FEE61-7D9C-43E3-A238-39CD016EC32B}" type="datetime1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60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6E5C-37F1-464C-9A14-6B7507BA541B}" type="datetime1">
              <a:rPr lang="en-US" smtClean="0"/>
              <a:t>11/12/2024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5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66F6-3E6C-4C81-90FD-E9629BB9934D}" type="datetime1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8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8E9D-D5A2-40EF-BC93-DFAED5D9D2E6}" type="datetime1">
              <a:rPr lang="en-US" smtClean="0"/>
              <a:t>11/12/2024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65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D9D5-CBD3-4DEB-8BEC-2AE65EA3D268}" type="datetime1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34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C6E84-C897-4226-918D-928DB6D1B8A4}" type="datetime1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018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7322-9529-4649-8C81-2A65251FCFA6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D477-07A8-477B-8D07-61CCC236A38A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6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DA5BEEE-4335-4DF4-AD26-2272FBA491A1}" type="datetime1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83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sldNum="0"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663A5-3690-451A-A791-38751893C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ITP219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8704A-3D89-4CB1-B536-1B269A9478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CONTENT MANAGEMENT SYSTEM | WEEK 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4FE9A-307E-4243-915C-91BE0E322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238C-44FE-4731-B65A-7459D5CD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registration and login form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374700-4D21-4BC7-8B27-9D0E6B482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dirty="0"/>
              <a:t>1. Now that we have created our </a:t>
            </a:r>
            <a:r>
              <a:rPr lang="en-US" dirty="0" err="1">
                <a:solidFill>
                  <a:srgbClr val="FF0000"/>
                </a:solidFill>
              </a:rPr>
              <a:t>register.php</a:t>
            </a:r>
            <a:r>
              <a:rPr lang="en-US" dirty="0"/>
              <a:t> and </a:t>
            </a:r>
            <a:r>
              <a:rPr lang="en-US" dirty="0" err="1">
                <a:solidFill>
                  <a:srgbClr val="FF0000"/>
                </a:solidFill>
              </a:rPr>
              <a:t>login.php</a:t>
            </a:r>
            <a:r>
              <a:rPr lang="en-US" dirty="0"/>
              <a:t>, it’s time that we create our registration form have it interact with our database. </a:t>
            </a:r>
          </a:p>
          <a:p>
            <a:pPr algn="just" fontAlgn="base"/>
            <a:r>
              <a:rPr lang="en-US" dirty="0"/>
              <a:t>The registration will serve as the initial point where users can post and interact with other users in our </a:t>
            </a:r>
            <a:r>
              <a:rPr lang="en-US" dirty="0" err="1"/>
              <a:t>cms</a:t>
            </a:r>
            <a:r>
              <a:rPr lang="en-US" dirty="0"/>
              <a:t>.</a:t>
            </a:r>
          </a:p>
          <a:p>
            <a:pPr algn="just" fontAlgn="base"/>
            <a:r>
              <a:rPr lang="en-US" dirty="0"/>
              <a:t>2. After the user has registered, the user can now login and see the dashboard.</a:t>
            </a:r>
          </a:p>
          <a:p>
            <a:pPr marL="128016" lvl="1" indent="0" algn="just" fontAlgn="base">
              <a:buNone/>
            </a:pPr>
            <a:endParaRPr lang="en-US" sz="2200" dirty="0"/>
          </a:p>
          <a:p>
            <a:pPr algn="just"/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FD64C-7FB3-4061-9263-A1B3422B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28" y="6470704"/>
            <a:ext cx="9720263" cy="387296"/>
          </a:xfrm>
        </p:spPr>
        <p:txBody>
          <a:bodyPr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617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63CE-4956-41ED-89DA-A1784554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Registration form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D49FC-9971-4F4F-8B8A-A3139043E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Inside your </a:t>
            </a:r>
            <a:r>
              <a:rPr lang="en-US" dirty="0" err="1">
                <a:solidFill>
                  <a:srgbClr val="FF0000"/>
                </a:solidFill>
              </a:rPr>
              <a:t>cms</a:t>
            </a:r>
            <a:r>
              <a:rPr lang="en-US" dirty="0"/>
              <a:t> &gt; </a:t>
            </a:r>
            <a:r>
              <a:rPr lang="en-US" dirty="0">
                <a:solidFill>
                  <a:srgbClr val="FF0000"/>
                </a:solidFill>
              </a:rPr>
              <a:t>actions</a:t>
            </a:r>
            <a:r>
              <a:rPr lang="en-US" dirty="0"/>
              <a:t> create a file called </a:t>
            </a:r>
            <a:r>
              <a:rPr lang="en-US" dirty="0" err="1">
                <a:solidFill>
                  <a:srgbClr val="FF0000"/>
                </a:solidFill>
              </a:rPr>
              <a:t>user_accounts.actions.php</a:t>
            </a:r>
            <a:r>
              <a:rPr lang="en-US" dirty="0"/>
              <a:t>, and add the following code as seen on the next slide.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2AA4F-AE51-46F2-B10F-3507FC332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3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87D3-199B-45B7-BFBE-142340A8B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C901F-BE48-4417-8EC3-A7E552CD6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DE666-1E72-44A5-ACC7-3ADA16E2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8AFAFB-C18C-4910-A3B7-C299173E5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47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5D29-0BCB-46C1-AB0D-262232C7C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model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3B543-52F6-4113-84A5-CED02EFBE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1. inside the </a:t>
            </a:r>
            <a:r>
              <a:rPr lang="en-US" dirty="0">
                <a:solidFill>
                  <a:srgbClr val="FF0000"/>
                </a:solidFill>
              </a:rPr>
              <a:t>models</a:t>
            </a:r>
            <a:r>
              <a:rPr lang="en-US" dirty="0"/>
              <a:t> folder create a file called </a:t>
            </a:r>
            <a:r>
              <a:rPr lang="en-US" dirty="0" err="1">
                <a:solidFill>
                  <a:srgbClr val="FF0000"/>
                </a:solidFill>
              </a:rPr>
              <a:t>user_accounts.php</a:t>
            </a:r>
            <a:r>
              <a:rPr lang="en-US" dirty="0"/>
              <a:t> and add the following code as seen on the next slide.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6F8FA-6FA1-4B7D-8A5B-ABAB708EE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6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0B96-3BC6-4D1E-BB5A-E0F38121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1FDE9-7388-44B3-9BBF-E7BB298F2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DBC2F-9AF4-4DCD-A395-8935F9DD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E7F4E0-AEB8-4F6A-BF86-64A8F64D5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2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A235D-A495-42AD-9E44-089FBB87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EA8EB-498E-4EB9-B270-103A87260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1C4CDB-9C22-43A3-9C32-3A7395899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2F8570-70A5-4D8B-B72C-F70AAEAB8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3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5C511-CB4E-4992-9E7D-4C328F52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56300-12EE-4210-97BA-F63040499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09AFC-7B59-4705-9C34-ED8B5D7A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E31513-7641-4AB4-9F84-E29F46FB1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10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7ADE-63F8-4929-8D44-C0AC7654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7532A-7DE2-43B3-BC79-C7790919D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55459-620D-403C-BCF0-32B4036CA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FBFB77-A1A3-4D6B-9381-26F95EB86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0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7811-46AE-496B-8A0C-0A1F802A1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D357-102F-42B4-B62B-B48DDA107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8200D1-9D17-4A81-A994-683E0F97B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6ABCA4-B2A0-41E8-AB42-E55C3F77B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26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094A-05E8-407F-8BD1-22388A9D6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3C75E-0BDE-41CA-85BC-43EF0A221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7A8A5-D219-4F78-A854-2A24D863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EC2B21-7502-43A6-8181-45EB5D10E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61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9DA07-7D11-400F-A44F-CE9D3149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9BE5D-A261-4659-83E4-3637DD104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Inside </a:t>
            </a:r>
            <a:r>
              <a:rPr lang="en-US" dirty="0">
                <a:solidFill>
                  <a:srgbClr val="FF0000"/>
                </a:solidFill>
              </a:rPr>
              <a:t>actions</a:t>
            </a:r>
            <a:r>
              <a:rPr lang="en-US" dirty="0"/>
              <a:t> folder create a file and rename it as </a:t>
            </a:r>
            <a:r>
              <a:rPr lang="en-US" dirty="0" err="1">
                <a:solidFill>
                  <a:srgbClr val="FF0000"/>
                </a:solidFill>
              </a:rPr>
              <a:t>user_accounts.php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dirty="0"/>
              <a:t>This is where the action takes place </a:t>
            </a:r>
            <a:r>
              <a:rPr lang="en-US" dirty="0" err="1"/>
              <a:t>everytime</a:t>
            </a:r>
            <a:r>
              <a:rPr lang="en-US" dirty="0"/>
              <a:t> we press the submit button.  Add the following code as seen on the next slide.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DF9CB-0142-40D0-B583-6771F2024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85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7B7E-38AF-4FB5-88ED-F51F2DFC2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F7031-3C90-4F52-9A72-D06CB407D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E409D-C1CA-4E00-AEFC-D0B6CF3A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F7C33-A5DB-4B74-9AC3-68EDA10BC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99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335A-F4B4-43E6-99E4-3F5B95DB9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2CBC6-BFEB-4964-9F61-868DC634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D8B90-65D4-445F-8498-C6CCC60C3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8B0853-C7D6-4F0B-A5FD-AD60CD0E1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22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A114-C152-453A-AD9B-0EFBED0A9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FBE92-EDC9-40B2-890D-15CB92045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 Modify your </a:t>
            </a:r>
            <a:r>
              <a:rPr lang="en-US" dirty="0" err="1">
                <a:solidFill>
                  <a:srgbClr val="FF0000"/>
                </a:solidFill>
              </a:rPr>
              <a:t>register.</a:t>
            </a:r>
            <a:r>
              <a:rPr lang="en-US" dirty="0" err="1"/>
              <a:t>php</a:t>
            </a:r>
            <a:r>
              <a:rPr lang="en-US" dirty="0"/>
              <a:t> as well as your </a:t>
            </a:r>
            <a:r>
              <a:rPr lang="en-US" dirty="0" err="1">
                <a:solidFill>
                  <a:srgbClr val="FF0000"/>
                </a:solidFill>
              </a:rPr>
              <a:t>index.php</a:t>
            </a:r>
            <a:r>
              <a:rPr lang="en-US" dirty="0"/>
              <a:t> and add the following code as seen on the next slide.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3A664-8F93-4B0A-9197-2B09A51F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07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7A2D-0CA1-450B-8E0C-0B48AA25A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9202B-0762-4177-994F-AAA87B265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E663-B360-43F2-983E-1FEDF03B2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9A82D-9958-4949-AAAA-572455E58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67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8B74-7664-4F0F-AE4C-111B15607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9EF74-A4E5-46FA-927E-1C77E9838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82FF39-618C-4CC3-8D35-A5370A94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290E0E-B2F2-4C30-BF1D-7F5893361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498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4E1DE-1A0D-4C99-9421-2EF74F6E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registration and login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9ADAF-DF78-471D-9FF3-2625C14B3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1. Test the registration form by adding the needed and required information.</a:t>
            </a:r>
          </a:p>
          <a:p>
            <a:pPr algn="just"/>
            <a:r>
              <a:rPr lang="en-US" dirty="0"/>
              <a:t>2. Once the fields are populated, click submit and check your database.  If the registration is successful, you will have a red prompt stating that the registration is successful.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5B76D-27D6-48EB-A919-E961B5C0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53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546B4-7E58-4178-8C15-101558A0E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E7051-E21C-47FA-B5CA-B3322D0E9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148F0-AF59-4427-BC5F-522797F0F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A5F480-FE58-45AE-BFCE-E5FFA77B5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852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2B2D-29E9-49E1-B58F-C6E9569F9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EB75E-54F6-4E54-9933-B9D0C3E00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6FDCC6-329A-49DC-8CD6-1C012B759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0D58C8-BED4-425C-B02C-7620C16B4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553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DCDF-F5FF-4BCD-99D6-405D0D046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F69C8-C685-4CD4-B9C6-5C407C18A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C8729-D7FA-4344-9F13-E10D6FE2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2BA6AF-6B62-4354-AFBE-8D1A0F4AD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20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94BA-551F-4CB0-9FD7-A8506EA8E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login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3DEC7-9CAB-4E78-8338-B8828B4BE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Create file and on the root folder and rename it </a:t>
            </a:r>
            <a:r>
              <a:rPr lang="en-US" dirty="0" err="1">
                <a:solidFill>
                  <a:srgbClr val="FF0000"/>
                </a:solidFill>
              </a:rPr>
              <a:t>dashboard.php</a:t>
            </a:r>
            <a:r>
              <a:rPr lang="en-US" dirty="0"/>
              <a:t>.  This will serve as your landing page once the user has successfully logged in.  Add the following code as seen on the next slide.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C408C-9FA8-4602-8CE2-FD801C8F0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7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E855D-6131-4883-AE54-ECFE7044A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B5381-E8A7-4CAC-891A-78AC2D06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DF1189-0C92-49DD-8122-A1582ADD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C2049D-782C-45A5-B7B6-FD8D586A4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19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B5FA0-0492-4D4F-AAEC-35C980B9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login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99CF9-0154-4302-820F-3F828DBAC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1. Enter the credentials that you have previously registered, and click submit, then click submit.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4168C-6CD4-41F0-8B3E-D7DABBEDD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54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36A7-3AFA-44C0-B6E2-693D5EF65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DCCBC-47D2-4EF0-83D0-C35D4A524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97D9AE-B702-48BE-9D49-C73012A2F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8D721E-9667-46E9-B1D3-2F84F296E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49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6A16-7FF4-42AA-ABFF-ADD6D3183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login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754B7-7854-4051-BC8E-7AA7C77AB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login is successful you will be redirected on the index page or </a:t>
            </a:r>
            <a:r>
              <a:rPr lang="en-US" dirty="0" err="1"/>
              <a:t>index.php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E372A5-4A16-4C3A-9B96-B23BE9B86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0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81670-EA48-4A36-B9AD-916A5560D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E0CE7-8F59-4E9E-9DB3-D86AA1FA8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F1F3E9-BDED-470F-AD0A-C5496AADB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FFB612-351F-4BC8-870E-497EB46C7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13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6A16-7FF4-42AA-ABFF-ADD6D3183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754B7-7854-4051-BC8E-7AA7C77AB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Create a file and name it as </a:t>
            </a:r>
            <a:r>
              <a:rPr lang="en-US" dirty="0" err="1">
                <a:solidFill>
                  <a:srgbClr val="FF0000"/>
                </a:solidFill>
              </a:rPr>
              <a:t>config.php</a:t>
            </a:r>
            <a:r>
              <a:rPr lang="en-US" dirty="0"/>
              <a:t>.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/>
              <a:t>Add the following code as seen on the next slide.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E372A5-4A16-4C3A-9B96-B23BE9B86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13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34904-175B-4BA7-8919-9CA747CF5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C0471-BFAB-4434-A1B2-9076252EA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F962B-901B-490C-A56F-E27B17B9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50AED0-ED0F-4A1A-BAD6-53495143B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620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1389D-9FEE-4EAF-80DC-843537522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C16C8-4D44-43A2-9E26-6547A68C8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Create a file and name it as </a:t>
            </a:r>
            <a:r>
              <a:rPr lang="en-US" dirty="0" err="1">
                <a:solidFill>
                  <a:srgbClr val="FF0000"/>
                </a:solidFill>
              </a:rPr>
              <a:t>connDb.php</a:t>
            </a:r>
            <a:r>
              <a:rPr lang="en-US" dirty="0"/>
              <a:t>.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/>
              <a:t>Add the following code as seen on the next slide.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356A76-8230-4298-B012-CF9155DA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080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84B2-645E-4AC0-A6BE-A1E18A933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22012-F3FF-4C92-90D2-58B16E31A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9122D-CF93-4248-9458-759015F9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771C2A-2262-4797-A59F-E41F05004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42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6A16-7FF4-42AA-ABFF-ADD6D3183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754B7-7854-4051-BC8E-7AA7C77AB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create a file and name it as </a:t>
            </a:r>
            <a:r>
              <a:rPr lang="en-US" dirty="0" err="1">
                <a:solidFill>
                  <a:srgbClr val="FF0000"/>
                </a:solidFill>
              </a:rPr>
              <a:t>includes.php</a:t>
            </a:r>
            <a:r>
              <a:rPr lang="en-US" dirty="0"/>
              <a:t>.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/>
              <a:t>Add the following code as seen on the next slide.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E372A5-4A16-4C3A-9B96-B23BE9B86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133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04BB5-E958-4B9A-89AF-224D4D07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9EB88-DA73-41BF-A26A-812CA391E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383B9-A02C-4B1E-89C2-83078846D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F9B05-CFDD-4D83-91B5-98F180372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939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344</TotalTime>
  <Words>436</Words>
  <Application>Microsoft Office PowerPoint</Application>
  <PresentationFormat>Widescreen</PresentationFormat>
  <Paragraphs>31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Calibri</vt:lpstr>
      <vt:lpstr>Tw Cen MT</vt:lpstr>
      <vt:lpstr>Tw Cen MT Condensed</vt:lpstr>
      <vt:lpstr>Wingdings 3</vt:lpstr>
      <vt:lpstr>Integral</vt:lpstr>
      <vt:lpstr>ITP219</vt:lpstr>
      <vt:lpstr>Creating registration and login form</vt:lpstr>
      <vt:lpstr>Registration form</vt:lpstr>
      <vt:lpstr>PowerPoint Presentation</vt:lpstr>
      <vt:lpstr>Create the model 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Action file</vt:lpstr>
      <vt:lpstr>PowerPoint Presentation</vt:lpstr>
      <vt:lpstr>PowerPoint Presentation</vt:lpstr>
      <vt:lpstr>action file</vt:lpstr>
      <vt:lpstr>PowerPoint Presentation</vt:lpstr>
      <vt:lpstr>PowerPoint Presentation</vt:lpstr>
      <vt:lpstr>Testing the registration and login</vt:lpstr>
      <vt:lpstr>PowerPoint Presentation</vt:lpstr>
      <vt:lpstr>PowerPoint Presentation</vt:lpstr>
      <vt:lpstr>PowerPoint Presentation</vt:lpstr>
      <vt:lpstr>User login</vt:lpstr>
      <vt:lpstr>PowerPoint Presentation</vt:lpstr>
      <vt:lpstr>User login</vt:lpstr>
      <vt:lpstr>PowerPoint Presentation</vt:lpstr>
      <vt:lpstr>User login</vt:lpstr>
      <vt:lpstr>PowerPoint Presentation</vt:lpstr>
      <vt:lpstr>Configuration file</vt:lpstr>
      <vt:lpstr>PowerPoint Presentation</vt:lpstr>
      <vt:lpstr>Database connection</vt:lpstr>
      <vt:lpstr>PowerPoint Presentation</vt:lpstr>
      <vt:lpstr>includes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ITP219</dc:title>
  <dc:creator>Sunny Lopez</dc:creator>
  <cp:lastModifiedBy>Sunny Lopez</cp:lastModifiedBy>
  <cp:revision>163</cp:revision>
  <dcterms:created xsi:type="dcterms:W3CDTF">2024-08-11T23:47:52Z</dcterms:created>
  <dcterms:modified xsi:type="dcterms:W3CDTF">2024-11-12T12:28:28Z</dcterms:modified>
</cp:coreProperties>
</file>